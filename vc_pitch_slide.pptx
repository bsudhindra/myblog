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101C3A"/>
          </a:solidFill>
          <a:ln w="12700">
            <a:solidFill>
              <a:srgbClr val="101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33288" y="0"/>
            <a:ext cx="54864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68112" y="3154680"/>
            <a:ext cx="585216" cy="5852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3227832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384048"/>
            <a:ext cx="141732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" y="822960"/>
            <a:ext cx="5166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Every feature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starts with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2 weeks of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meetings.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20040" y="327355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Before a Product Owner writes a single spec, they spend weeks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chasing squads for answers that should take minutes to find.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" y="3986784"/>
            <a:ext cx="5166360" cy="694944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3986784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041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</a:rPr>
              <a:t>DISCOVERY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7200" y="426110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What does the platform already do? Which services are involved? 4 teams, 3 days, still incomplete answers.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4782312"/>
            <a:ext cx="5166360" cy="694944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4782312"/>
            <a:ext cx="54864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37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F4444"/>
                </a:solidFill>
              </a:rPr>
              <a:t>IMPACT ANALYSIS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57200" y="50566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What breaks if we change this rule? Honest answer: we find out in UAT. Conflicts surface in testing, not planning.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5577840"/>
            <a:ext cx="5166360" cy="694944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" y="5577840"/>
            <a:ext cx="54864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56327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891B2"/>
                </a:solidFill>
              </a:rPr>
              <a:t>TRIBAL KNOWLEDGE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7200" y="58521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Answers live in people's heads. Every attrition event or reorg resets the clock completely.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20040" y="630936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Specs written on facts, not folklore.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80760" y="384048"/>
            <a:ext cx="141732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80760" y="822960"/>
            <a:ext cx="5760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One query.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Instant answer.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First meeting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skipped.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080760" y="327355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Devin AI auto-generates a living docs repo — system architecture, business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rules, user journeys — queryable in plain English by any LLM tool.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080760" y="3986784"/>
            <a:ext cx="1828800" cy="1133856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80760" y="3986784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40782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Minutes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for a PM to 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cross-app dependencies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046720" y="3986784"/>
            <a:ext cx="1828800" cy="1133856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046720" y="3986784"/>
            <a:ext cx="18288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40782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~2 weeks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8138160" y="4535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saved per 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before spec is written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0012680" y="3986784"/>
            <a:ext cx="1828800" cy="1133856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012680" y="3986784"/>
            <a:ext cx="18288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104120" y="40782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Facts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10104120" y="4535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not folklore, in every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spec from day one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080760" y="523036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</a:rPr>
              <a:t>EXAMPLE  ·  PRODUCT OWNER: NEW PAYMENT EXCEPTION ALERT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080760" y="5504688"/>
            <a:ext cx="2816352" cy="548640"/>
          </a:xfrm>
          <a:prstGeom prst="rect">
            <a:avLst/>
          </a:prstGeom>
          <a:solidFill>
            <a:srgbClr val="130A0A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80760" y="5504688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81344" y="55229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</a:rPr>
              <a:t>TODAY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181344" y="57241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 teams · 2 weeks · still incomplete · spec based on guesses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9034272" y="5504688"/>
            <a:ext cx="2807208" cy="548640"/>
          </a:xfrm>
          <a:prstGeom prst="rect">
            <a:avLst/>
          </a:prstGeom>
          <a:solidFill>
            <a:srgbClr val="051A0D"/>
          </a:solidFill>
          <a:ln w="12700">
            <a:solidFill>
              <a:srgbClr val="0A3D1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34272" y="5504688"/>
            <a:ext cx="54864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25712" y="55229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</a:rPr>
              <a:t>WITH DOCS REPO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125712" y="572414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Query in plain English · Full answer in minutes · Spec on facts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080760" y="6163056"/>
            <a:ext cx="57607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80760" y="616305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Investment: ~$450 Devin compute  ·  </a:t>
            </a:r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Pilot one app: ~$100  ·  </a:t>
            </a:r>
            <a:pPr algn="ctr" indent="0" marL="0">
              <a:buNone/>
            </a:pPr>
            <a:r>
              <a:rPr lang="en-US" sz="1050" b="1" dirty="0">
                <a:solidFill>
                  <a:srgbClr val="080E1F"/>
                </a:solidFill>
              </a:rPr>
              <a:t>Manual equivalent: $120K+ and 6 months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2026-04-10T18:10:21Z</dcterms:created>
  <dcterms:modified xsi:type="dcterms:W3CDTF">2026-04-10T18:10:21Z</dcterms:modified>
</cp:coreProperties>
</file>